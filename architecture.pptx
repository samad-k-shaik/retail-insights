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Insights Assistant -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components:</a:t>
            </a:r>
          </a:p>
          <a:p>
            <a:r>
              <a:t>- Inputs: CSV, Excel, JSON, text report, or GCS CSV</a:t>
            </a:r>
          </a:p>
          <a:p>
            <a:r>
              <a:t>- MVP analytics: Pandas + DuckDB</a:t>
            </a:r>
          </a:p>
          <a:p>
            <a:r>
              <a:t>- Orchestration: LangGraph stateful agent workflow</a:t>
            </a:r>
          </a:p>
          <a:p>
            <a:r>
              <a:t>- LLM: Vertex AI Gemini via gcloud ADC</a:t>
            </a:r>
          </a:p>
          <a:p>
            <a:r>
              <a:t>- UI: Streamlit dashboard with KPI, summary, chat, and schema tabs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Query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required agents:</a:t>
            </a:r>
          </a:p>
          <a:p>
            <a:r>
              <a:t>- LangGraph schema detection node profiles each uploaded dataset</a:t>
            </a:r>
          </a:p>
          <a:p>
            <a:r>
              <a:t>- Language-to-query node converts natural language to read-only SQL</a:t>
            </a:r>
          </a:p>
          <a:p>
            <a:r>
              <a:t>- Data extraction node validates and executes SQL</a:t>
            </a:r>
          </a:p>
          <a:p>
            <a:r>
              <a:t>- Validation node answers only from returned data</a:t>
            </a:r>
          </a:p>
          <a:p>
            <a:r>
              <a:t>- Conversation context is passed into the SQL planning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scaling decisions:</a:t>
            </a:r>
          </a:p>
          <a:p>
            <a:r>
              <a:t>- Land raw files in GCS and convert to partitioned Parquet/Delta</a:t>
            </a:r>
          </a:p>
          <a:p>
            <a:r>
              <a:t>- Use Dataflow, Dataproc, or BigQuery for 100GB+ preprocessing</a:t>
            </a:r>
          </a:p>
          <a:p>
            <a:r>
              <a:t>- Query partitioned BigQuery tables and materialized aggregates</a:t>
            </a:r>
          </a:p>
          <a:p>
            <a:r>
              <a:t>- Use vector DB for report retrieval and cache frequent LLM/query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controls:</a:t>
            </a:r>
          </a:p>
          <a:p>
            <a:r>
              <a:t>- Track SQL validity, row counts, answer accuracy, p95 latency, and cost/query</a:t>
            </a:r>
          </a:p>
          <a:p>
            <a:r>
              <a:t>- Fall back to raw aggregates when validation confidence is low</a:t>
            </a:r>
          </a:p>
          <a:p>
            <a:r>
              <a:t>- Log prompts, generated SQL, and outcomes for test-set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